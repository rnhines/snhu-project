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05B13A-9B9A-41BC-AE1A-BDEF43D060EB}" v="33" dt="2026-10-26T01:46:24.8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en Hines" userId="2b4ad7abaec1202c" providerId="LiveId" clId="{39F30D04-C6A2-4872-AA75-88E11D64A9AE}"/>
    <pc:docChg chg="modSld">
      <pc:chgData name="Raven Hines" userId="2b4ad7abaec1202c" providerId="LiveId" clId="{39F30D04-C6A2-4872-AA75-88E11D64A9AE}" dt="2026-10-26T01:43:21.510" v="48" actId="767"/>
      <pc:docMkLst>
        <pc:docMk/>
      </pc:docMkLst>
      <pc:sldChg chg="addSp delSp modSp">
        <pc:chgData name="Raven Hines" userId="2b4ad7abaec1202c" providerId="LiveId" clId="{39F30D04-C6A2-4872-AA75-88E11D64A9AE}" dt="2026-10-26T01:33:40.922" v="36"/>
        <pc:sldMkLst>
          <pc:docMk/>
          <pc:sldMk cId="115080586" sldId="256"/>
        </pc:sldMkLst>
        <pc:spChg chg="add del mod">
          <ac:chgData name="Raven Hines" userId="2b4ad7abaec1202c" providerId="LiveId" clId="{39F30D04-C6A2-4872-AA75-88E11D64A9AE}" dt="2026-10-26T01:32:06.718" v="34"/>
          <ac:spMkLst>
            <pc:docMk/>
            <pc:sldMk cId="115080586" sldId="256"/>
            <ac:spMk id="4" creationId="{6FA78D61-B8DB-0813-2435-84F737598EFD}"/>
          </ac:spMkLst>
        </pc:spChg>
        <pc:spChg chg="add del mod">
          <ac:chgData name="Raven Hines" userId="2b4ad7abaec1202c" providerId="LiveId" clId="{39F30D04-C6A2-4872-AA75-88E11D64A9AE}" dt="2026-10-26T01:33:40.922" v="36"/>
          <ac:spMkLst>
            <pc:docMk/>
            <pc:sldMk cId="115080586" sldId="256"/>
            <ac:spMk id="5" creationId="{D0263302-370A-17A3-6412-ECDC24132405}"/>
          </ac:spMkLst>
        </pc:spChg>
      </pc:sldChg>
      <pc:sldChg chg="addSp delSp modSp">
        <pc:chgData name="Raven Hines" userId="2b4ad7abaec1202c" providerId="LiveId" clId="{39F30D04-C6A2-4872-AA75-88E11D64A9AE}" dt="2026-10-26T00:57:04.484" v="17" actId="767"/>
        <pc:sldMkLst>
          <pc:docMk/>
          <pc:sldMk cId="3579524744" sldId="258"/>
        </pc:sldMkLst>
        <pc:spChg chg="add del mod">
          <ac:chgData name="Raven Hines" userId="2b4ad7abaec1202c" providerId="LiveId" clId="{39F30D04-C6A2-4872-AA75-88E11D64A9AE}" dt="2026-10-26T00:43:44.326" v="1"/>
          <ac:spMkLst>
            <pc:docMk/>
            <pc:sldMk cId="3579524744" sldId="258"/>
            <ac:spMk id="2" creationId="{806B7486-6B7A-0E94-EC01-98C75D4BD5C8}"/>
          </ac:spMkLst>
        </pc:spChg>
        <pc:spChg chg="add mod">
          <ac:chgData name="Raven Hines" userId="2b4ad7abaec1202c" providerId="LiveId" clId="{39F30D04-C6A2-4872-AA75-88E11D64A9AE}" dt="2026-10-26T00:43:54.655" v="3" actId="767"/>
          <ac:spMkLst>
            <pc:docMk/>
            <pc:sldMk cId="3579524744" sldId="258"/>
            <ac:spMk id="3" creationId="{DECE3BC2-1D05-53B1-E517-48D531BBB40C}"/>
          </ac:spMkLst>
        </pc:spChg>
        <pc:spChg chg="add del mod">
          <ac:chgData name="Raven Hines" userId="2b4ad7abaec1202c" providerId="LiveId" clId="{39F30D04-C6A2-4872-AA75-88E11D64A9AE}" dt="2026-10-26T00:43:58.387" v="5"/>
          <ac:spMkLst>
            <pc:docMk/>
            <pc:sldMk cId="3579524744" sldId="258"/>
            <ac:spMk id="4" creationId="{DA248665-85A8-FC5A-F796-4B3D94A625E4}"/>
          </ac:spMkLst>
        </pc:spChg>
        <pc:spChg chg="add del mod">
          <ac:chgData name="Raven Hines" userId="2b4ad7abaec1202c" providerId="LiveId" clId="{39F30D04-C6A2-4872-AA75-88E11D64A9AE}" dt="2026-10-26T00:45:06.753" v="7"/>
          <ac:spMkLst>
            <pc:docMk/>
            <pc:sldMk cId="3579524744" sldId="258"/>
            <ac:spMk id="5" creationId="{B5223826-424E-9B08-5E9C-5971B861AFFA}"/>
          </ac:spMkLst>
        </pc:spChg>
        <pc:spChg chg="add del mod">
          <ac:chgData name="Raven Hines" userId="2b4ad7abaec1202c" providerId="LiveId" clId="{39F30D04-C6A2-4872-AA75-88E11D64A9AE}" dt="2026-10-26T00:46:01.082" v="9"/>
          <ac:spMkLst>
            <pc:docMk/>
            <pc:sldMk cId="3579524744" sldId="258"/>
            <ac:spMk id="6" creationId="{79F1E53B-4992-210D-3EDB-4451B2048CA2}"/>
          </ac:spMkLst>
        </pc:spChg>
        <pc:spChg chg="add mod">
          <ac:chgData name="Raven Hines" userId="2b4ad7abaec1202c" providerId="LiveId" clId="{39F30D04-C6A2-4872-AA75-88E11D64A9AE}" dt="2026-10-26T00:46:02.330" v="10" actId="767"/>
          <ac:spMkLst>
            <pc:docMk/>
            <pc:sldMk cId="3579524744" sldId="258"/>
            <ac:spMk id="7" creationId="{152D91BC-C296-CD9B-8625-E6EC475F30A6}"/>
          </ac:spMkLst>
        </pc:spChg>
        <pc:spChg chg="add mod">
          <ac:chgData name="Raven Hines" userId="2b4ad7abaec1202c" providerId="LiveId" clId="{39F30D04-C6A2-4872-AA75-88E11D64A9AE}" dt="2026-10-26T00:57:04.484" v="17" actId="767"/>
          <ac:spMkLst>
            <pc:docMk/>
            <pc:sldMk cId="3579524744" sldId="258"/>
            <ac:spMk id="8" creationId="{AEC6C52C-A1A2-B373-135A-BBD2D6B988D6}"/>
          </ac:spMkLst>
        </pc:spChg>
      </pc:sldChg>
      <pc:sldChg chg="addSp delSp modSp">
        <pc:chgData name="Raven Hines" userId="2b4ad7abaec1202c" providerId="LiveId" clId="{39F30D04-C6A2-4872-AA75-88E11D64A9AE}" dt="2026-10-26T01:33:50.410" v="37" actId="767"/>
        <pc:sldMkLst>
          <pc:docMk/>
          <pc:sldMk cId="3568603928" sldId="259"/>
        </pc:sldMkLst>
        <pc:spChg chg="add del mod">
          <ac:chgData name="Raven Hines" userId="2b4ad7abaec1202c" providerId="LiveId" clId="{39F30D04-C6A2-4872-AA75-88E11D64A9AE}" dt="2026-10-26T00:54:07.843" v="12"/>
          <ac:spMkLst>
            <pc:docMk/>
            <pc:sldMk cId="3568603928" sldId="259"/>
            <ac:spMk id="2" creationId="{E4C7ABB8-CF8D-B1FF-0523-F8CFB1826846}"/>
          </ac:spMkLst>
        </pc:spChg>
        <pc:spChg chg="add del mod">
          <ac:chgData name="Raven Hines" userId="2b4ad7abaec1202c" providerId="LiveId" clId="{39F30D04-C6A2-4872-AA75-88E11D64A9AE}" dt="2026-10-26T00:54:11.708" v="14"/>
          <ac:spMkLst>
            <pc:docMk/>
            <pc:sldMk cId="3568603928" sldId="259"/>
            <ac:spMk id="3" creationId="{826D057C-4FFE-676B-E528-080AEC72F074}"/>
          </ac:spMkLst>
        </pc:spChg>
        <pc:spChg chg="add del mod">
          <ac:chgData name="Raven Hines" userId="2b4ad7abaec1202c" providerId="LiveId" clId="{39F30D04-C6A2-4872-AA75-88E11D64A9AE}" dt="2026-10-26T00:56:58.840" v="16"/>
          <ac:spMkLst>
            <pc:docMk/>
            <pc:sldMk cId="3568603928" sldId="259"/>
            <ac:spMk id="4" creationId="{29FC8B35-143B-411D-0CA5-5CCA01B7842B}"/>
          </ac:spMkLst>
        </pc:spChg>
        <pc:spChg chg="add mod">
          <ac:chgData name="Raven Hines" userId="2b4ad7abaec1202c" providerId="LiveId" clId="{39F30D04-C6A2-4872-AA75-88E11D64A9AE}" dt="2026-10-26T00:57:59.015" v="18" actId="767"/>
          <ac:spMkLst>
            <pc:docMk/>
            <pc:sldMk cId="3568603928" sldId="259"/>
            <ac:spMk id="5" creationId="{7F795806-E2D8-92C8-AC02-4EFD0EACE322}"/>
          </ac:spMkLst>
        </pc:spChg>
        <pc:spChg chg="add del mod">
          <ac:chgData name="Raven Hines" userId="2b4ad7abaec1202c" providerId="LiveId" clId="{39F30D04-C6A2-4872-AA75-88E11D64A9AE}" dt="2026-10-26T01:06:41.812" v="20"/>
          <ac:spMkLst>
            <pc:docMk/>
            <pc:sldMk cId="3568603928" sldId="259"/>
            <ac:spMk id="6" creationId="{7BB2DF6B-5D61-5C3F-9FEA-5D4686A0897C}"/>
          </ac:spMkLst>
        </pc:spChg>
        <pc:spChg chg="add mod">
          <ac:chgData name="Raven Hines" userId="2b4ad7abaec1202c" providerId="LiveId" clId="{39F30D04-C6A2-4872-AA75-88E11D64A9AE}" dt="2026-10-26T01:33:50.410" v="37" actId="767"/>
          <ac:spMkLst>
            <pc:docMk/>
            <pc:sldMk cId="3568603928" sldId="259"/>
            <ac:spMk id="7" creationId="{9C382F58-F529-6F5E-BCE0-963FE9ED7CB2}"/>
          </ac:spMkLst>
        </pc:spChg>
      </pc:sldChg>
      <pc:sldChg chg="addSp modSp">
        <pc:chgData name="Raven Hines" userId="2b4ad7abaec1202c" providerId="LiveId" clId="{39F30D04-C6A2-4872-AA75-88E11D64A9AE}" dt="2026-10-26T01:35:23.059" v="38" actId="767"/>
        <pc:sldMkLst>
          <pc:docMk/>
          <pc:sldMk cId="1722962100" sldId="260"/>
        </pc:sldMkLst>
        <pc:spChg chg="add mod">
          <ac:chgData name="Raven Hines" userId="2b4ad7abaec1202c" providerId="LiveId" clId="{39F30D04-C6A2-4872-AA75-88E11D64A9AE}" dt="2026-10-26T01:07:58.639" v="21" actId="767"/>
          <ac:spMkLst>
            <pc:docMk/>
            <pc:sldMk cId="1722962100" sldId="260"/>
            <ac:spMk id="2" creationId="{16A500D6-8E1E-4D0E-4EE3-1D3BC397AF0C}"/>
          </ac:spMkLst>
        </pc:spChg>
        <pc:spChg chg="add mod">
          <ac:chgData name="Raven Hines" userId="2b4ad7abaec1202c" providerId="LiveId" clId="{39F30D04-C6A2-4872-AA75-88E11D64A9AE}" dt="2026-10-26T01:35:23.059" v="38" actId="767"/>
          <ac:spMkLst>
            <pc:docMk/>
            <pc:sldMk cId="1722962100" sldId="260"/>
            <ac:spMk id="3" creationId="{887ED867-9F94-34DC-FC32-E578FE0D3308}"/>
          </ac:spMkLst>
        </pc:spChg>
      </pc:sldChg>
      <pc:sldChg chg="addSp delSp modSp">
        <pc:chgData name="Raven Hines" userId="2b4ad7abaec1202c" providerId="LiveId" clId="{39F30D04-C6A2-4872-AA75-88E11D64A9AE}" dt="2026-10-26T01:36:46.025" v="39" actId="767"/>
        <pc:sldMkLst>
          <pc:docMk/>
          <pc:sldMk cId="2372765687" sldId="261"/>
        </pc:sldMkLst>
        <pc:spChg chg="add del mod">
          <ac:chgData name="Raven Hines" userId="2b4ad7abaec1202c" providerId="LiveId" clId="{39F30D04-C6A2-4872-AA75-88E11D64A9AE}" dt="2026-10-26T01:15:57.293" v="23"/>
          <ac:spMkLst>
            <pc:docMk/>
            <pc:sldMk cId="2372765687" sldId="261"/>
            <ac:spMk id="2" creationId="{27C3C6BC-D7DC-7982-25AF-C200A927B14C}"/>
          </ac:spMkLst>
        </pc:spChg>
        <pc:spChg chg="add mod">
          <ac:chgData name="Raven Hines" userId="2b4ad7abaec1202c" providerId="LiveId" clId="{39F30D04-C6A2-4872-AA75-88E11D64A9AE}" dt="2026-10-26T01:15:57.559" v="24" actId="767"/>
          <ac:spMkLst>
            <pc:docMk/>
            <pc:sldMk cId="2372765687" sldId="261"/>
            <ac:spMk id="3" creationId="{0D9D490A-5D99-585E-D020-024BB595A2EB}"/>
          </ac:spMkLst>
        </pc:spChg>
        <pc:spChg chg="add mod">
          <ac:chgData name="Raven Hines" userId="2b4ad7abaec1202c" providerId="LiveId" clId="{39F30D04-C6A2-4872-AA75-88E11D64A9AE}" dt="2026-10-26T01:36:46.025" v="39" actId="767"/>
          <ac:spMkLst>
            <pc:docMk/>
            <pc:sldMk cId="2372765687" sldId="261"/>
            <ac:spMk id="4" creationId="{8BBE3DDF-3104-9CC0-509B-0C946EA8375B}"/>
          </ac:spMkLst>
        </pc:spChg>
      </pc:sldChg>
      <pc:sldChg chg="addSp delSp modSp">
        <pc:chgData name="Raven Hines" userId="2b4ad7abaec1202c" providerId="LiveId" clId="{39F30D04-C6A2-4872-AA75-88E11D64A9AE}" dt="2026-10-26T01:39:05.873" v="42" actId="767"/>
        <pc:sldMkLst>
          <pc:docMk/>
          <pc:sldMk cId="4090088036" sldId="262"/>
        </pc:sldMkLst>
        <pc:spChg chg="add del mod">
          <ac:chgData name="Raven Hines" userId="2b4ad7abaec1202c" providerId="LiveId" clId="{39F30D04-C6A2-4872-AA75-88E11D64A9AE}" dt="2026-10-26T01:23:21.330" v="26"/>
          <ac:spMkLst>
            <pc:docMk/>
            <pc:sldMk cId="4090088036" sldId="262"/>
            <ac:spMk id="2" creationId="{4260C997-3FD2-0C9A-DC52-4F2C1CDE17F0}"/>
          </ac:spMkLst>
        </pc:spChg>
        <pc:spChg chg="add del mod">
          <ac:chgData name="Raven Hines" userId="2b4ad7abaec1202c" providerId="LiveId" clId="{39F30D04-C6A2-4872-AA75-88E11D64A9AE}" dt="2026-10-26T01:23:22.810" v="28"/>
          <ac:spMkLst>
            <pc:docMk/>
            <pc:sldMk cId="4090088036" sldId="262"/>
            <ac:spMk id="3" creationId="{FA02FC4D-7F03-1439-2378-F64054E38572}"/>
          </ac:spMkLst>
        </pc:spChg>
        <pc:spChg chg="add mod">
          <ac:chgData name="Raven Hines" userId="2b4ad7abaec1202c" providerId="LiveId" clId="{39F30D04-C6A2-4872-AA75-88E11D64A9AE}" dt="2026-10-26T01:23:23.091" v="29" actId="767"/>
          <ac:spMkLst>
            <pc:docMk/>
            <pc:sldMk cId="4090088036" sldId="262"/>
            <ac:spMk id="4" creationId="{6CD4EFD2-79DA-3116-184C-D6BC588D225F}"/>
          </ac:spMkLst>
        </pc:spChg>
        <pc:spChg chg="add del mod">
          <ac:chgData name="Raven Hines" userId="2b4ad7abaec1202c" providerId="LiveId" clId="{39F30D04-C6A2-4872-AA75-88E11D64A9AE}" dt="2026-10-26T01:39:05.602" v="41"/>
          <ac:spMkLst>
            <pc:docMk/>
            <pc:sldMk cId="4090088036" sldId="262"/>
            <ac:spMk id="5" creationId="{E13A637A-F3C4-E670-B314-3735B9E2EAF8}"/>
          </ac:spMkLst>
        </pc:spChg>
        <pc:spChg chg="add mod">
          <ac:chgData name="Raven Hines" userId="2b4ad7abaec1202c" providerId="LiveId" clId="{39F30D04-C6A2-4872-AA75-88E11D64A9AE}" dt="2026-10-26T01:39:05.873" v="42" actId="767"/>
          <ac:spMkLst>
            <pc:docMk/>
            <pc:sldMk cId="4090088036" sldId="262"/>
            <ac:spMk id="6" creationId="{CAB1BCAB-FDAB-4A87-611D-D8762BB4F2C1}"/>
          </ac:spMkLst>
        </pc:spChg>
      </pc:sldChg>
      <pc:sldChg chg="addSp delSp modSp">
        <pc:chgData name="Raven Hines" userId="2b4ad7abaec1202c" providerId="LiveId" clId="{39F30D04-C6A2-4872-AA75-88E11D64A9AE}" dt="2026-10-26T01:40:15.355" v="45" actId="767"/>
        <pc:sldMkLst>
          <pc:docMk/>
          <pc:sldMk cId="169786229" sldId="263"/>
        </pc:sldMkLst>
        <pc:spChg chg="add del mod">
          <ac:chgData name="Raven Hines" userId="2b4ad7abaec1202c" providerId="LiveId" clId="{39F30D04-C6A2-4872-AA75-88E11D64A9AE}" dt="2026-10-26T01:28:26.196" v="31"/>
          <ac:spMkLst>
            <pc:docMk/>
            <pc:sldMk cId="169786229" sldId="263"/>
            <ac:spMk id="2" creationId="{CB3FBC1E-3CA1-933C-A045-9CDC76CD2112}"/>
          </ac:spMkLst>
        </pc:spChg>
        <pc:spChg chg="add mod">
          <ac:chgData name="Raven Hines" userId="2b4ad7abaec1202c" providerId="LiveId" clId="{39F30D04-C6A2-4872-AA75-88E11D64A9AE}" dt="2026-10-26T01:28:26.456" v="32" actId="767"/>
          <ac:spMkLst>
            <pc:docMk/>
            <pc:sldMk cId="169786229" sldId="263"/>
            <ac:spMk id="3" creationId="{79BF4EC4-BFD6-14D7-0E1C-930C02BDD098}"/>
          </ac:spMkLst>
        </pc:spChg>
        <pc:spChg chg="add del mod">
          <ac:chgData name="Raven Hines" userId="2b4ad7abaec1202c" providerId="LiveId" clId="{39F30D04-C6A2-4872-AA75-88E11D64A9AE}" dt="2026-10-26T01:40:14.051" v="44"/>
          <ac:spMkLst>
            <pc:docMk/>
            <pc:sldMk cId="169786229" sldId="263"/>
            <ac:spMk id="4" creationId="{7ED589C8-5F24-60B7-6216-E4B6EA0BD2E9}"/>
          </ac:spMkLst>
        </pc:spChg>
        <pc:spChg chg="add mod">
          <ac:chgData name="Raven Hines" userId="2b4ad7abaec1202c" providerId="LiveId" clId="{39F30D04-C6A2-4872-AA75-88E11D64A9AE}" dt="2026-10-26T01:40:15.355" v="45" actId="767"/>
          <ac:spMkLst>
            <pc:docMk/>
            <pc:sldMk cId="169786229" sldId="263"/>
            <ac:spMk id="5" creationId="{59D56FE3-3825-6507-9BBE-3EC22EFB2B50}"/>
          </ac:spMkLst>
        </pc:spChg>
      </pc:sldChg>
      <pc:sldChg chg="addSp delSp modSp">
        <pc:chgData name="Raven Hines" userId="2b4ad7abaec1202c" providerId="LiveId" clId="{39F30D04-C6A2-4872-AA75-88E11D64A9AE}" dt="2026-10-26T01:43:21.510" v="48" actId="767"/>
        <pc:sldMkLst>
          <pc:docMk/>
          <pc:sldMk cId="313269444" sldId="264"/>
        </pc:sldMkLst>
        <pc:spChg chg="add del mod">
          <ac:chgData name="Raven Hines" userId="2b4ad7abaec1202c" providerId="LiveId" clId="{39F30D04-C6A2-4872-AA75-88E11D64A9AE}" dt="2026-10-26T01:43:21.234" v="47"/>
          <ac:spMkLst>
            <pc:docMk/>
            <pc:sldMk cId="313269444" sldId="264"/>
            <ac:spMk id="2" creationId="{C6FE85DB-0FAB-7848-B407-D0AC0F2E8104}"/>
          </ac:spMkLst>
        </pc:spChg>
        <pc:spChg chg="add mod">
          <ac:chgData name="Raven Hines" userId="2b4ad7abaec1202c" providerId="LiveId" clId="{39F30D04-C6A2-4872-AA75-88E11D64A9AE}" dt="2026-10-26T01:43:21.510" v="48" actId="767"/>
          <ac:spMkLst>
            <pc:docMk/>
            <pc:sldMk cId="313269444" sldId="264"/>
            <ac:spMk id="3" creationId="{BD059EB4-A9DF-8BC6-48A4-1161BDC8097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77331-06AF-4C3E-B936-916523389C1A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8EE23-BF21-4A9E-BAC0-32D643E32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922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58EE23-BF21-4A9E-BAC0-32D643E324B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139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58EE23-BF21-4A9E-BAC0-32D643E324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552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58EE23-BF21-4A9E-BAC0-32D643E324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77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58EE23-BF21-4A9E-BAC0-32D643E324B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137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B3788-5144-FAC0-7252-01FCC74C4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3C36F7-FAA2-B156-75DA-2AEDC4754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21F66-8621-5BE7-5EA1-52CB56966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6752-59B0-42D9-A5AC-8F57F6348E51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D15B2-58FC-ED12-26AC-964BDAD1C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75854-CCB5-D751-FA2A-2330C1966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500B3-A1D6-4279-B7FA-38A6BCCF9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0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CFF84-CFDF-DCD9-3284-E49E93E5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30E79-0094-8DC3-E196-59BD62B1D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07A81-C806-1601-C58E-418D78C3E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6752-59B0-42D9-A5AC-8F57F6348E51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2D5CA-A6FB-EBC8-3DEF-8F6412F25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52F61-CCA3-64E3-5C5A-D92EDC0D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500B3-A1D6-4279-B7FA-38A6BCCF9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199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2AEA9-87C3-4F91-0C4C-4D5A6BCE5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85400-DEE4-AA1D-34D7-040F8545D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55F37-0163-1DD5-7F09-D6D752525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6752-59B0-42D9-A5AC-8F57F6348E51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106A6-6684-FD1F-B48B-0EA7C740A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D8CC5-06DE-028E-2A17-0C8ABE41D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500B3-A1D6-4279-B7FA-38A6BCCF9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338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311EC-9961-AB4D-BDC0-72E4F8844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8A0B4-40C5-19F7-FD3B-CB1D7C512A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F3D63D-7354-1B61-B2C4-12D533439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5632A-577D-1263-F95B-A2ED75385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6752-59B0-42D9-A5AC-8F57F6348E51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CA984-CAAE-6497-3F6F-7D508702A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98275-8944-A751-B81E-5C3CDCE47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500B3-A1D6-4279-B7FA-38A6BCCF9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45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81A8F-7ADE-50E6-4E47-5AC45F991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625FC-2B63-BA1D-D70F-995DE654B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134D34-8151-7C02-C445-C69068AD6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E42757-CB83-142A-E241-B6CE19B322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9CC4B1-51D4-A4E5-66FF-152CA2A14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2F4473-A2F9-49E6-DADC-63EB5627F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6752-59B0-42D9-A5AC-8F57F6348E51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5A829A-019E-2AAC-75FE-5E7458D55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E8BE79-9319-7E0A-A727-244A3B47F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500B3-A1D6-4279-B7FA-38A6BCCF9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771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E5A80-9CBE-A1E4-142A-9763007DA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F920E9-D8A6-5D89-7212-5FA0F1031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6752-59B0-42D9-A5AC-8F57F6348E51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C45F04-A895-85B1-926A-0FA9B87B2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9D25C-03C9-E990-1BD8-C053CAB59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500B3-A1D6-4279-B7FA-38A6BCCF9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98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0E7A3F-DFA8-41FE-5546-275E7940B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6752-59B0-42D9-A5AC-8F57F6348E51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4A7C8C-F48A-2688-489F-FB977099F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CAA35-2E19-7293-46C5-147E4D2FF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500B3-A1D6-4279-B7FA-38A6BCCF9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807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1BBD6-7546-C46D-2E50-51CD06864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0002C-01C7-D199-973D-A91599778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AA8316-C73C-6ED4-9814-89D594071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2A10B-3DC8-4955-F36E-CEAFBC6C5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6752-59B0-42D9-A5AC-8F57F6348E51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80396-B79D-C85C-6B8E-BC737E4E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95178-4B40-CB61-8C68-19F561E8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500B3-A1D6-4279-B7FA-38A6BCCF9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12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F838-73CD-3A9D-D892-088BBA45D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6C854F-82A5-0706-8D6C-A985F68E082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197CD-DE58-1961-EC65-A04AB7D9C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FD7D1-4B89-1656-752D-CAC506E16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6752-59B0-42D9-A5AC-8F57F6348E51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EC779-61F5-AB84-D6D1-A0FC02C71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DDEC6C-80DA-7FC2-2DD8-62DA81CF1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500B3-A1D6-4279-B7FA-38A6BCCF9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21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9B0E6-8F30-603C-4B2A-B62C1FF7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E10A1A-248D-6864-D2B1-3637E78A7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FFD3A-CBBA-2730-DA75-E06BC86A2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6752-59B0-42D9-A5AC-8F57F6348E51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AE8C0-2B2D-520F-81EF-63984FBB6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1A4AA-AD67-0143-9057-651DAE525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500B3-A1D6-4279-B7FA-38A6BCCF9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5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65B3B6-EB5E-567E-ED4A-D5FD3F99D8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BC174D-605A-364E-D1E1-A884C2EBC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B7378-7B78-677D-131A-18775C05C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6752-59B0-42D9-A5AC-8F57F6348E51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B83BB-0AC5-FED8-D6FC-6F9D1BBBD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61833-5999-38EC-AEC8-DA783D534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500B3-A1D6-4279-B7FA-38A6BCCF9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78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83C091-EF67-4B11-EB0C-71DAE178F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F920D-2919-BEF3-9CBB-F918E7E95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30B25-5AFA-A3B0-84D4-AF05C90369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416752-59B0-42D9-A5AC-8F57F6348E51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AFD34-EA32-CEB9-8B57-74FC91E07A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615DB-73C7-EB73-BBE7-539A443EA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F500B3-A1D6-4279-B7FA-38A6BCCF9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661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rum.org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2C43D-710D-C7BC-F0C3-84D2428FAA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Agile vs Waterfall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EC7154-0311-467A-B8B6-63559797A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96928"/>
            <a:ext cx="10668000" cy="2640585"/>
          </a:xfrm>
        </p:spPr>
        <p:txBody>
          <a:bodyPr/>
          <a:lstStyle/>
          <a:p>
            <a:r>
              <a:rPr lang="en-US" dirty="0"/>
              <a:t>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5080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7F805D-CD20-D7B1-82A5-D22A26F844A1}"/>
              </a:ext>
            </a:extLst>
          </p:cNvPr>
          <p:cNvSpPr txBox="1"/>
          <p:nvPr/>
        </p:nvSpPr>
        <p:spPr>
          <a:xfrm>
            <a:off x="216310" y="776748"/>
            <a:ext cx="111104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Agile means working together on a project a little at a time instead of trying to finish everything all at once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my travel program, I added vacation pictures with descriptions for different places.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pictures were large which required me to fix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Agile helped because I could test my work, find problems, and make changes as I went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Source: Atlassian(n.d.)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A38142-F7ED-9652-9CDB-49025BDEA6CD}"/>
              </a:ext>
            </a:extLst>
          </p:cNvPr>
          <p:cNvSpPr txBox="1"/>
          <p:nvPr/>
        </p:nvSpPr>
        <p:spPr>
          <a:xfrm>
            <a:off x="3382297" y="181274"/>
            <a:ext cx="3982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agile helped my project?</a:t>
            </a:r>
          </a:p>
        </p:txBody>
      </p:sp>
    </p:spTree>
    <p:extLst>
      <p:ext uri="{BB962C8B-B14F-4D97-AF65-F5344CB8AC3E}">
        <p14:creationId xmlns:p14="http://schemas.microsoft.com/office/powerpoint/2010/main" val="439955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223826-424E-9B08-5E9C-5971B861AFFA}"/>
              </a:ext>
            </a:extLst>
          </p:cNvPr>
          <p:cNvSpPr txBox="1"/>
          <p:nvPr/>
        </p:nvSpPr>
        <p:spPr>
          <a:xfrm flipV="1">
            <a:off x="0" y="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2D91BC-C296-CD9B-8625-E6EC475F30A6}"/>
              </a:ext>
            </a:extLst>
          </p:cNvPr>
          <p:cNvSpPr txBox="1"/>
          <p:nvPr/>
        </p:nvSpPr>
        <p:spPr>
          <a:xfrm>
            <a:off x="45719" y="698086"/>
            <a:ext cx="117529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owner make sures the team understands what the customer wants and which tasks are most important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Scrum Master helps the team stay on track, communicate, and work through problems.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Developers write the code, test the program, and fix anything that is not working.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three roles helped make sure the pictures, descriptions, and travel choices worked properly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C6C52C-A1A2-B373-135A-BBD2D6B988D6}"/>
              </a:ext>
            </a:extLst>
          </p:cNvPr>
          <p:cNvSpPr txBox="1"/>
          <p:nvPr/>
        </p:nvSpPr>
        <p:spPr>
          <a:xfrm>
            <a:off x="2674374" y="265471"/>
            <a:ext cx="5034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Different roles on the team</a:t>
            </a:r>
          </a:p>
        </p:txBody>
      </p:sp>
    </p:spTree>
    <p:extLst>
      <p:ext uri="{BB962C8B-B14F-4D97-AF65-F5344CB8AC3E}">
        <p14:creationId xmlns:p14="http://schemas.microsoft.com/office/powerpoint/2010/main" val="3579524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795806-E2D8-92C8-AC02-4EFD0EACE322}"/>
              </a:ext>
            </a:extLst>
          </p:cNvPr>
          <p:cNvSpPr txBox="1"/>
          <p:nvPr/>
        </p:nvSpPr>
        <p:spPr>
          <a:xfrm>
            <a:off x="1032387" y="1602658"/>
            <a:ext cx="107466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Planning: Decide what needs to be completed first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Requirements: Figure out what the user needs from the travel program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Design: Decide how the pictures and destinations information should look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Development: Use Java to add the pictures and descriptions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Testing: Run the program to see whether everything works correctly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Source: Holdsworth &amp; Badman(2025)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382F58-F529-6F5E-BCE0-963FE9ED7CB2}"/>
              </a:ext>
            </a:extLst>
          </p:cNvPr>
          <p:cNvSpPr txBox="1"/>
          <p:nvPr/>
        </p:nvSpPr>
        <p:spPr>
          <a:xfrm>
            <a:off x="707923" y="235973"/>
            <a:ext cx="10235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Getting the work done </a:t>
            </a:r>
          </a:p>
        </p:txBody>
      </p:sp>
    </p:spTree>
    <p:extLst>
      <p:ext uri="{BB962C8B-B14F-4D97-AF65-F5344CB8AC3E}">
        <p14:creationId xmlns:p14="http://schemas.microsoft.com/office/powerpoint/2010/main" val="3568603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A500D6-8E1E-4D0E-4EE3-1D3BC397AF0C}"/>
              </a:ext>
            </a:extLst>
          </p:cNvPr>
          <p:cNvSpPr txBox="1"/>
          <p:nvPr/>
        </p:nvSpPr>
        <p:spPr>
          <a:xfrm>
            <a:off x="884903" y="1563328"/>
            <a:ext cx="111006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Deployment: Share a working version of the program so it can be reviewed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Maintenance: Continue fixing problems and making improvements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Working with agile I don’t have to wait until the program is finished to check my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sprint review helps the team to see what was completed.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7ED867-9F94-34DC-FC32-E578FE0D3308}"/>
              </a:ext>
            </a:extLst>
          </p:cNvPr>
          <p:cNvSpPr txBox="1"/>
          <p:nvPr/>
        </p:nvSpPr>
        <p:spPr>
          <a:xfrm>
            <a:off x="766916" y="471948"/>
            <a:ext cx="792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Finishing and Improving</a:t>
            </a:r>
          </a:p>
        </p:txBody>
      </p:sp>
    </p:spTree>
    <p:extLst>
      <p:ext uri="{BB962C8B-B14F-4D97-AF65-F5344CB8AC3E}">
        <p14:creationId xmlns:p14="http://schemas.microsoft.com/office/powerpoint/2010/main" val="1722962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9D490A-5D99-585E-D020-024BB595A2EB}"/>
              </a:ext>
            </a:extLst>
          </p:cNvPr>
          <p:cNvSpPr txBox="1"/>
          <p:nvPr/>
        </p:nvSpPr>
        <p:spPr>
          <a:xfrm>
            <a:off x="147484" y="1002889"/>
            <a:ext cx="119658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Waterfall is a step-by-step process where one stage is usually finished before the next begins.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 </a:t>
            </a:r>
            <a:r>
              <a:rPr lang="en-US" dirty="0" err="1"/>
              <a:t>I</a:t>
            </a:r>
            <a:r>
              <a:rPr lang="en-US" dirty="0"/>
              <a:t> would have planned the travel pictures and program layout before moving into coding and testing.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When I found out my pictures were too large, fixing them later could have meant going back to an earlier stage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 believe this would have made changes harder than with Agile.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3DDF-3104-9CC0-509B-0C946EA8375B}"/>
              </a:ext>
            </a:extLst>
          </p:cNvPr>
          <p:cNvSpPr txBox="1"/>
          <p:nvPr/>
        </p:nvSpPr>
        <p:spPr>
          <a:xfrm>
            <a:off x="235974" y="373626"/>
            <a:ext cx="10333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If I had to use waterfall?</a:t>
            </a:r>
          </a:p>
        </p:txBody>
      </p:sp>
    </p:spTree>
    <p:extLst>
      <p:ext uri="{BB962C8B-B14F-4D97-AF65-F5344CB8AC3E}">
        <p14:creationId xmlns:p14="http://schemas.microsoft.com/office/powerpoint/2010/main" val="2372765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D4EFD2-79DA-3116-184C-D6BC588D225F}"/>
              </a:ext>
            </a:extLst>
          </p:cNvPr>
          <p:cNvSpPr txBox="1"/>
          <p:nvPr/>
        </p:nvSpPr>
        <p:spPr>
          <a:xfrm>
            <a:off x="0" y="1435510"/>
            <a:ext cx="121035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Agile works well when a project may change and the team needs feedback along the 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Waterfall may work better when the requirements are </a:t>
            </a:r>
            <a:r>
              <a:rPr lang="en-US" dirty="0" err="1"/>
              <a:t>clearand</a:t>
            </a:r>
            <a:r>
              <a:rPr lang="en-US" dirty="0"/>
              <a:t> unlikely to change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company should think about time, budget, communication, and how often changes may happen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my travel project, Agile made more sense because I needed to test pictures and adjust the program while working.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B1BCAB-FDAB-4A87-611D-D8762BB4F2C1}"/>
              </a:ext>
            </a:extLst>
          </p:cNvPr>
          <p:cNvSpPr txBox="1"/>
          <p:nvPr/>
        </p:nvSpPr>
        <p:spPr>
          <a:xfrm>
            <a:off x="157316" y="304800"/>
            <a:ext cx="7973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between Agile and waterfall</a:t>
            </a:r>
          </a:p>
        </p:txBody>
      </p:sp>
    </p:spTree>
    <p:extLst>
      <p:ext uri="{BB962C8B-B14F-4D97-AF65-F5344CB8AC3E}">
        <p14:creationId xmlns:p14="http://schemas.microsoft.com/office/powerpoint/2010/main" val="4090088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BF4EC4-BFD6-14D7-0E1C-930C02BDD098}"/>
              </a:ext>
            </a:extLst>
          </p:cNvPr>
          <p:cNvSpPr txBox="1"/>
          <p:nvPr/>
        </p:nvSpPr>
        <p:spPr>
          <a:xfrm>
            <a:off x="108156" y="1651819"/>
            <a:ext cx="110612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would recommend Agile for the SNHU project.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Dividing the work into smaller sections made it easier to focus on one thing at a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could find problems like oversized pictures and correct them before moving forward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Agile requires good communication and organization but I think flexibility is worth it.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D56FE3-3825-6507-9BBE-3EC22EFB2B50}"/>
              </a:ext>
            </a:extLst>
          </p:cNvPr>
          <p:cNvSpPr txBox="1"/>
          <p:nvPr/>
        </p:nvSpPr>
        <p:spPr>
          <a:xfrm>
            <a:off x="108156" y="432619"/>
            <a:ext cx="8996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69786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059EB4-A9DF-8BC6-48A4-1161BDC80971}"/>
              </a:ext>
            </a:extLst>
          </p:cNvPr>
          <p:cNvSpPr txBox="1"/>
          <p:nvPr/>
        </p:nvSpPr>
        <p:spPr>
          <a:xfrm>
            <a:off x="127819" y="294968"/>
            <a:ext cx="115135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Atlassian.(n.d.) Popular project </a:t>
            </a:r>
            <a:r>
              <a:rPr lang="en-US" dirty="0" err="1"/>
              <a:t>management.https</a:t>
            </a:r>
            <a:r>
              <a:rPr lang="en-US" dirty="0"/>
              <a:t>://www.Atlassian.com/agile/project-management</a:t>
            </a:r>
          </a:p>
          <a:p>
            <a:r>
              <a:rPr lang="en-US" dirty="0"/>
              <a:t>Scrum.org (</a:t>
            </a:r>
            <a:r>
              <a:rPr lang="en-US" dirty="0" err="1"/>
              <a:t>n.d</a:t>
            </a:r>
            <a:r>
              <a:rPr lang="en-US" dirty="0"/>
              <a:t>) </a:t>
            </a:r>
            <a:r>
              <a:rPr lang="en-US" dirty="0">
                <a:hlinkClick r:id="rId2"/>
              </a:rPr>
              <a:t>https://www.scrum.org</a:t>
            </a:r>
            <a:endParaRPr lang="en-US" dirty="0"/>
          </a:p>
          <a:p>
            <a:r>
              <a:rPr lang="en-US" dirty="0"/>
              <a:t>Holdsworth, J. &amp; </a:t>
            </a:r>
            <a:r>
              <a:rPr lang="en-US" dirty="0" err="1"/>
              <a:t>Badman,A</a:t>
            </a:r>
            <a:r>
              <a:rPr lang="en-US" dirty="0"/>
              <a:t>. (2025)What is the secure software development </a:t>
            </a:r>
            <a:r>
              <a:rPr lang="en-US" dirty="0" err="1"/>
              <a:t>lifecycle?https</a:t>
            </a:r>
            <a:r>
              <a:rPr lang="en-US" dirty="0"/>
              <a:t>://ibm.com/think</a:t>
            </a:r>
            <a:r>
              <a:rPr lang="en-US"/>
              <a:t>/topics/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9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548</Words>
  <Application>Microsoft Office PowerPoint</Application>
  <PresentationFormat>Widescreen</PresentationFormat>
  <Paragraphs>47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 Theme</vt:lpstr>
      <vt:lpstr>Agile vs Waterfall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Raven Hines</dc:creator>
  <cp:lastModifiedBy>Raven Hines</cp:lastModifiedBy>
  <cp:revision>1</cp:revision>
  <dcterms:created xsi:type="dcterms:W3CDTF">2026-10-26T00:26:40Z</dcterms:created>
  <dcterms:modified xsi:type="dcterms:W3CDTF">2026-10-26T02:37:24Z</dcterms:modified>
</cp:coreProperties>
</file>